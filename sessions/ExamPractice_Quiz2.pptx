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6"/>
  </p:normalViewPr>
  <p:slideViewPr>
    <p:cSldViewPr snapToGrid="0">
      <p:cViewPr varScale="1">
        <p:scale>
          <a:sx n="110" d="100"/>
          <a:sy n="110" d="100"/>
        </p:scale>
        <p:origin x="7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B0F9-ECE1-B3BF-D922-B26DC6F18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9735F-D00E-7CF5-45B6-00D7ECCB9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A0999-E00E-5F60-D80D-C4E7502C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8B76F-6F07-0406-CBE1-586F4DE45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208C0-CCBC-8F7C-1BBE-33BC3691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29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0957-3CC0-FD75-87CF-F870E503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4013B-E34C-FC5D-6B65-83E1359C2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B6A3E-CFA8-F89E-0291-5D5FB974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0AEB1-4F8B-9543-0AFB-AF563B5A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C4663-E103-5AED-7B18-EAA73EAF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1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57D7-8414-2597-6601-232D14129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30B7A-96D0-8213-8C79-B4F925354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A22F5-ABFB-72F7-110C-7433B33E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2835-3C2E-D017-2807-7A49D6EB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29ED6-86C5-D704-D39A-8331D4D2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7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F9E9-7D46-1136-FD93-C672D2BC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F0DA4-5FBA-9DEC-BD8D-A334695FD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F2F9C-3D8A-29E4-F1EE-1DB591493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DF9DB-1434-394F-51B8-5B4CA8D0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8594D-6FA1-C037-9E0E-C3365AE9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3AB3C-14B4-C952-DABD-E0893963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2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D3F4-62F4-3560-566E-6FA28B75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ADD3-08BE-C1FF-3114-C5F2885E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8740E-410F-9B4D-E406-B5CA7427A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84614-40B1-609D-BB2C-626813786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BD6F5-0901-AFAA-73BF-6B1E0D0715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42EA5-AD5C-61F0-B339-71D8EB28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12576-E80D-17B8-912C-BE46ED86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6760B1-02AD-294A-B7B3-F981FA2E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1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32B8-5C52-50BC-256A-D9B61C44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C378D-8C90-81BB-83D1-2BDABD77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4E61C-FF7A-4B7F-E333-9E6D2D4E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608D0-762F-6734-8DF4-DCBF2AD5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1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2AFB6-1A49-1710-4AD5-8F7DF28F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04B7B-55A7-540D-05BF-274F3D72F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BC671-4D77-0773-B2A1-9920A64A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4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2640-A656-1401-2A03-0585F76E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3A7EA-844D-E3D7-FE94-D058367D6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68FA8-2382-6788-13B9-AD511B279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8F282-56DA-BF18-035A-4DC601D4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9FBB0-2D55-D3FB-01E9-CE435874C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B717F-CC3A-38E8-DBFD-B52ABF73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9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09D8-C3A3-1A70-6BD7-A35FFDD4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650F9-7CAB-EEC2-44DE-B4C65F2AD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40FD3-0F89-FAA1-D189-6FE624B47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96E9E-4396-CD8B-8862-73DFA4DCC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4AE4B-38CB-8B79-A5CB-1589FB05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73D80-55FF-A19B-66DD-827484F2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7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5D45-E362-976F-398A-03F4E737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F6E36-13FE-266B-D8A4-CD537CF53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EEBD8-3B86-F45C-019C-67DC56A9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E47F0-CAC5-5810-E471-77BD50CC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A13C-BEC3-8418-C723-B8C0A6FD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5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6A855-4B09-82BF-9ED0-5087DED53D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57E03-32B1-39CB-4AB0-28A18B0E5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6101A-02FA-58DE-F601-127B5C3F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DAB2A-E7B1-D3D3-A61F-7D6328B2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32BB3-2DBC-9E5E-8042-65DF6CF7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8DDC3-0676-A6EF-02AC-07F8DC52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7FFD1-46A8-6301-2721-C31AFF37B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3978D-C468-56FA-869C-0206D92E2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27AD2-33C2-D249-86EB-1DC46FBC248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9963C-9E00-B142-6508-A3FA72F48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F3E66-60DC-E9E6-C667-4D9F56585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0DFB3-430F-2F46-98DE-28446952C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248E2C-EC4C-0905-E7CF-100B7CE24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03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75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Sark</dc:creator>
  <cp:lastModifiedBy>Ab Sark</cp:lastModifiedBy>
  <cp:revision>1</cp:revision>
  <dcterms:created xsi:type="dcterms:W3CDTF">2026-09-05T16:56:53Z</dcterms:created>
  <dcterms:modified xsi:type="dcterms:W3CDTF">2026-09-05T16:57:24Z</dcterms:modified>
</cp:coreProperties>
</file>